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C5CF0"/>
          </a:solidFill>
          <a:ln w="12700">
            <a:solidFill>
              <a:srgbClr val="4C5C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WEALTHLINE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8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Metrics-Driven, AI-Powered Personal Finance Management System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D9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70332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794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Druthendra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23MIS0213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66160" y="370332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3794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Sai Santhosh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0" y="4297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23MIS0227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0" y="370332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794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Siva Kiran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0" y="4297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23MIS0674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052560" y="370332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0" y="3794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Shaik Nihal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0" y="4297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23MIS0491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wealthline-eight.vercel.app   ·   Code: github.com/ethical0101/Personal-Finance-Management-System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5CF0"/>
          </a:solidFill>
          <a:ln w="12700">
            <a:solidFill>
              <a:srgbClr val="4C5C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stop tracking money because it is tedious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Wealthline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5F6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642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 kills the habit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32004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every expense is slow, so records go stale and budgets are ignored.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5F6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6642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without decisions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80560" y="2057400"/>
            <a:ext cx="32004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show last month. Users need “can I afford this today?”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55448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5F6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6642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Unchecked AI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0" y="2057400"/>
            <a:ext cx="32004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touches money must be verified by code and confirmed by the user.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E7E9FF"/>
          </a:solidFill>
          <a:ln w="12700">
            <a:solidFill>
              <a:srgbClr val="4C5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20624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two questions
</a:t>
            </a:r>
            <a:pPr indent="0" marL="0">
              <a:buNone/>
            </a:pPr>
            <a:r>
              <a:rPr lang="en-US" sz="16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 how do we cut the effort of recording spending, keep budgets current automatically, and give users a reason to open the app daily?
</a:t>
            </a:r>
            <a:pPr indent="0" marL="0">
              <a:buNone/>
            </a:pPr>
            <a:r>
              <a:rPr lang="en-US" sz="16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Engineering: how do we use software metrics to plan, monitor and predict the quality and risk of building it?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5CF0"/>
          </a:solidFill>
          <a:ln w="12700">
            <a:solidFill>
              <a:srgbClr val="4C5C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AND ABSTRACT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 bill. Stay on budget. Measure the engineering.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Wealthline: a full-stack web app (React + Node + MongoDB, deployed on Vercel) for personal finance.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a bill → AI reads merchant, date, total, category, items → server shows the budget impact and duplicate warning → user confirms.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tools: safe-to-spend, subscription detector, goal ETA, what-if, health score, Ask AI.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(z-score) and spending forecast (exponential smoothing).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metrics program (GQ(I)M, decision tree, control chart, correlations, Bayesian networks) is embedded in the app.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our test sets and reported honestly, including what does not work.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5CF0"/>
          </a:solidFill>
          <a:ln w="12700">
            <a:solidFill>
              <a:srgbClr val="4C5C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 and what we measured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Wealthline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03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 scanning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 → Gemini vision → verified fields → budget impact → confirm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manipulation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Saved bills update the category budget; auto-budget from history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Daily-use features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Safe-to-spend, subscriptions, goal ETA, what-if, month-end projection, health score, Ask AI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methods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z-score anomalies, exponential-smoothing forecast, LLM extraction / advice / Q&amp;A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 program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GQ(I)M, ISO 25010, defect taxonomy, decision tree, I-MR chart, 3 correlations, 2 Bayesian networks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redesign: warm canvas, pastel tiles, icon rail, docked AI assistant; light / dark / mobile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totals exact on 100% of 10 test bills  ·  anomaly precision 0.984  ·  forecast MAPE 13.76% vs 15.95% (regression)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5CF0"/>
          </a:solidFill>
          <a:ln w="12700">
            <a:solidFill>
              <a:srgbClr val="4C5C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PLANNING AND CLASSIFICATION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with GQ(I)M, classify with measurable rules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Wealthline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5F6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727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GQ(I)M + ISO 25010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32918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→ Questions → Indicators → Metrics. Quality attributes: suitability, efficiency, reliability, maintainability, security.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146304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5F6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5727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taxonomy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26280" y="1965960"/>
            <a:ext cx="32918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(human) → Fault (code) → Failure (behaviour) → Bug (report). Defect density = defects per KLOC.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463040"/>
            <a:ext cx="3474720" cy="2194560"/>
          </a:xfrm>
          <a:prstGeom prst="roundRect">
            <a:avLst>
              <a:gd name="adj" fmla="val 3333"/>
            </a:avLst>
          </a:prstGeom>
          <a:solidFill>
            <a:srgbClr val="F5F6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5727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21040" y="1965960"/>
            <a:ext cx="31089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plot, I-MR control chart, Pearson / Spearman / Kendall, t-test.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8620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291840"/>
                <a:gridCol w="4480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defect-proneness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/ 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 (depth 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Unusual expense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/ Anomaly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= (x − μ) / σ, flag if |z| ≥ 2.5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 category / is it a bill?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User's categories / Bill, not a bill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 LLM, constrained output, checked by server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/ Medium / 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Bayesian network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5CF0"/>
          </a:solidFill>
          <a:ln w="12700">
            <a:solidFill>
              <a:srgbClr val="4C5C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SCANNING AND FORECASTING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scanning: AI reads, code checks, user confirms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lookup (hash of image + categories) → Gemini vision with model fallback and retry → JSON fields.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checks: total &gt; 0, date plausible (flags dates far from today), category exists, duplicate (same date and amount).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impact computed from stored transactions: spent before / after, % of limit, over-by amount.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saved until the user confirms; image never stored.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Forecast: exponential smoothing S(t) = 0.4·x(t) + 0.6·S(t−1) — chosen after a 2,400-forecast backtest beat linear regression.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risk model: requirement volatility + team experience → schedule delay + defect density → project risk.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5CF0"/>
          </a:solidFill>
          <a:ln w="12700">
            <a:solidFill>
              <a:srgbClr val="4C5C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 (DETAILED)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Wealthline</a:t>
            </a:r>
            <a:endParaRPr lang="en-US" sz="1100" dirty="0"/>
          </a:p>
        </p:txBody>
      </p:sp>
      <p:pic>
        <p:nvPicPr>
          <p:cNvPr id="7" name="Image 0" descr="E:\Software-Metric\report\figures\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234440"/>
            <a:ext cx="7863840" cy="4914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0" y="1463040"/>
            <a:ext cx="2834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→ Vercel edge (CDN + rewrite) → Express API (JWT) → AI services (z-score, smoothing, Gemini with fallback + cache) → MongoDB Atlas. Python metrics pipeline is embedded as the Metrics tab.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5CF0"/>
          </a:solidFill>
          <a:ln w="12700">
            <a:solidFill>
              <a:srgbClr val="4C5C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 — SCAN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Bill-scanning pipeline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Wealthline</a:t>
            </a:r>
            <a:endParaRPr lang="en-US" sz="1100" dirty="0"/>
          </a:p>
        </p:txBody>
      </p:sp>
      <p:pic>
        <p:nvPicPr>
          <p:cNvPr id="7" name="Image 0" descr="E:\Software-Metric\report\figures\scan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11064240" cy="35958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5CF0"/>
          </a:solidFill>
          <a:ln w="12700">
            <a:solidFill>
              <a:srgbClr val="4C5C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system: the app does the boring work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Wealthline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E7E9FF"/>
          </a:solidFill>
          <a:ln w="12700">
            <a:solidFill>
              <a:srgbClr val="4C5C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727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 bill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32004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→ ready-to-save expense with budget impact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97680" y="146304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5727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spend today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80560" y="1965960"/>
            <a:ext cx="32004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daily number you can trust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5727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detector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0" y="1965960"/>
            <a:ext cx="32004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forgotten recurring charges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5844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ETA + what-if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1520" y="3977640"/>
            <a:ext cx="32004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advice into a decision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97680" y="347472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35844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480560" y="3977640"/>
            <a:ext cx="32004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with a four-part breakdown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046720" y="347472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35844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229600" y="3977640"/>
            <a:ext cx="32004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questions on your own data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auto-budget, month-end projection, anomaly alerts, CSV export, light / dark / mobile, Metrics tab.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5CF0"/>
          </a:solidFill>
          <a:ln w="12700">
            <a:solidFill>
              <a:srgbClr val="4C5C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/ DATABASE DESCRIPTION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and database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Wealthline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7589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Atlas “wealthline”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users, accounts, categories, transactions, budgets, goals, bills, notifications, recommendation events, aicache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data/module_metrics.csv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modules: LOC, complexity, CBO, LCOM, coverage, errors, faults, defects, failures, delay, defect density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data/sprint_metrics.csv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weekly sprint observations for the control chart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report/eval_receipts/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labelled bills (2 hard) + 1 non-bill, with ground truth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Simulations (seed 20261026)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anomaly trials × 200 transactions; 300 forecast series × 8 forecasts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datasets and evaluation bills are synthetic, created for this course. Demo login: demo@gmail.com / 12345678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5CF0"/>
          </a:solidFill>
          <a:ln w="12700">
            <a:solidFill>
              <a:srgbClr val="4C5C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WORKING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model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Wealthline</a:t>
            </a:r>
            <a:endParaRPr lang="en-US" sz="1100" dirty="0"/>
          </a:p>
        </p:txBody>
      </p:sp>
      <p:pic>
        <p:nvPicPr>
          <p:cNvPr id="7" name="Image 0" descr="E:\Software-Metric\report\screenshots_v2\02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86400" cy="3429000"/>
          </a:xfrm>
          <a:prstGeom prst="rect">
            <a:avLst/>
          </a:prstGeom>
        </p:spPr>
      </p:pic>
      <p:pic>
        <p:nvPicPr>
          <p:cNvPr id="8" name="Image 1" descr="E:\Software-Metric\report\screenshots_v2\04-scan-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71600"/>
            <a:ext cx="5486400" cy="3429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4892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health score, safe-to-spend, trend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172200" y="4892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result: extracted fields + budget impact warning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5CF0"/>
          </a:solidFill>
          <a:ln w="12700">
            <a:solidFill>
              <a:srgbClr val="4C5C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WORKING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Insights, Ask AI and mobile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Wealthline</a:t>
            </a:r>
            <a:endParaRPr lang="en-US" sz="1100" dirty="0"/>
          </a:p>
        </p:txBody>
      </p:sp>
      <p:pic>
        <p:nvPicPr>
          <p:cNvPr id="7" name="Image 0" descr="E:\Software-Metric\report\screenshots_v2\10-insigh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480560" cy="2800350"/>
          </a:xfrm>
          <a:prstGeom prst="rect">
            <a:avLst/>
          </a:prstGeom>
        </p:spPr>
      </p:pic>
      <p:pic>
        <p:nvPicPr>
          <p:cNvPr id="8" name="Image 1" descr="E:\Software-Metric\report\screenshots_v2\11-ask-a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371600"/>
            <a:ext cx="4480560" cy="2800350"/>
          </a:xfrm>
          <a:prstGeom prst="rect">
            <a:avLst/>
          </a:prstGeom>
        </p:spPr>
      </p:pic>
      <p:pic>
        <p:nvPicPr>
          <p:cNvPr id="9" name="Image 2" descr="E:\Software-Metric\report\screenshots_v2\16-mobile-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1280160"/>
            <a:ext cx="1737360" cy="37598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8640" y="4206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5166360" y="4206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9509760" y="5852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5CF0"/>
          </a:solidFill>
          <a:ln w="12700">
            <a:solidFill>
              <a:srgbClr val="4C5C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WORKING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Budgets, goals, subscriptions and dark theme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Wealthline</a:t>
            </a:r>
            <a:endParaRPr lang="en-US" sz="1100" dirty="0"/>
          </a:p>
        </p:txBody>
      </p:sp>
      <p:pic>
        <p:nvPicPr>
          <p:cNvPr id="7" name="Image 0" descr="E:\Software-Metric\report\screenshots_v2\06-budg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3657600" cy="2286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51960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</a:t>
            </a:r>
            <a:endParaRPr lang="en-US" sz="1400" dirty="0"/>
          </a:p>
        </p:txBody>
      </p:sp>
      <p:pic>
        <p:nvPicPr>
          <p:cNvPr id="9" name="Image 1" descr="E:\Software-Metric\report\screenshots_v2\08-goa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25880"/>
            <a:ext cx="3657600" cy="2286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875520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+ ETA</a:t>
            </a:r>
            <a:endParaRPr lang="en-US" sz="1400" dirty="0"/>
          </a:p>
        </p:txBody>
      </p:sp>
      <p:pic>
        <p:nvPicPr>
          <p:cNvPr id="11" name="Image 2" descr="E:\Software-Metric\report\screenshots_v2\09-bil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31920"/>
            <a:ext cx="3657600" cy="2286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251960" y="4846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</a:t>
            </a:r>
            <a:endParaRPr lang="en-US" sz="1400" dirty="0"/>
          </a:p>
        </p:txBody>
      </p:sp>
      <p:pic>
        <p:nvPicPr>
          <p:cNvPr id="13" name="Image 3" descr="E:\Software-Metric\report\screenshots_v2\14-dashboard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931920"/>
            <a:ext cx="3657600" cy="2286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875520" y="4846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5CF0"/>
          </a:solidFill>
          <a:ln w="12700">
            <a:solidFill>
              <a:srgbClr val="4C5C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OF THE WORKING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results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Wealthline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7E9FF"/>
          </a:solidFill>
          <a:ln w="12700">
            <a:solidFill>
              <a:srgbClr val="4C5C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087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bill totals (10 bills)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14173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7E9FF"/>
          </a:solidFill>
          <a:ln w="12700">
            <a:solidFill>
              <a:srgbClr val="4C5C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5087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429000" y="23317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non-bill image rejected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4173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7E9FF"/>
          </a:solidFill>
          <a:ln w="12700">
            <a:solidFill>
              <a:srgbClr val="4C5C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5087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0.984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217920" y="23317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precision (recall 0.631)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15400" y="14173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7E9FF"/>
          </a:solidFill>
          <a:ln w="12700">
            <a:solidFill>
              <a:srgbClr val="4C5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15400" y="15087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13.76%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9006840" y="23317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MAPE (regression 15.95%)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840480"/>
                <a:gridCol w="4480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Honest note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 scan, all 4 fields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bill misread date (“18-10-26”); now flagged by a date 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for 3–5× spikes; 7% for 1.5–2×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 on big spikes, blind to mild ones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91.7%, leave-one-out 58.3%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50%: explanatory, not predictive on 12 modules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latency (Vercel p50)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 – 0.87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p50 52 – 174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5CF0"/>
          </a:solidFill>
          <a:ln w="12700">
            <a:solidFill>
              <a:srgbClr val="4C5C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— METRICS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and 4 analysis in the app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Wealthline</a:t>
            </a:r>
            <a:endParaRPr lang="en-US" sz="1100" dirty="0"/>
          </a:p>
        </p:txBody>
      </p:sp>
      <p:pic>
        <p:nvPicPr>
          <p:cNvPr id="7" name="Image 0" descr="E:\Software-Metric\charts\control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206240" cy="2676698"/>
          </a:xfrm>
          <a:prstGeom prst="rect">
            <a:avLst/>
          </a:prstGeom>
        </p:spPr>
      </p:pic>
      <p:pic>
        <p:nvPicPr>
          <p:cNvPr id="8" name="Image 1" descr="E:\Software-Metric\charts\decision_tr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0"/>
            <a:ext cx="6675120" cy="359429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I-MR chart flags week 12.  Complexity ↔ defect density positive under Pearson, Spearman and Kendall.  P(High project risk): 28% baseline → 55% worst case → 27% with team upskilling.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5CF0"/>
          </a:solidFill>
          <a:ln w="12700">
            <a:solidFill>
              <a:srgbClr val="4C5C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AND INNOVATION / JUSTIFICATION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different — and why it is justified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Wealthline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5F6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727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proposes, code verifies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only reads the bill. Budget impact, duplicate and date checks are deterministic server code; the user confirms.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146304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5F6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5727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choices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80560" y="196596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Forecaster replaced after a backtest. Detector thresholds chosen from precision / recall. Limits reported.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5F6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5727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+ product in one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0" y="196596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metrics program that planned the project ships inside the app as the Metrics tab.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5F6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873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on a free tier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1520" y="448056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fallback chain, retry, MongoDB response cache, clear “quota used up” message.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97680" y="3977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5F6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40873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reason to return daily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480560" y="448056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Safe-to-spend, subscriptions, goal ETA, what-if, health score, Ask AI.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046720" y="3977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5F6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40873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Privacy-aware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229600" y="448056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images never stored; Ask AI sees only the user's own summary; secrets kept out of the repo.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5CF0"/>
          </a:solidFill>
          <a:ln w="12700">
            <a:solidFill>
              <a:srgbClr val="4C5C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work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5486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bill scanning cuts entry effort while the user stays in control.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update from scanned bills and warn before a limit is crossed.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Strong: exact totals, 98% alert precision, forecast beats regression.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mild anomalies missed, confidence score uninformative, tree does not generalise, free AI quota.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0" y="1783080"/>
            <a:ext cx="53035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100+ real phone photos; add offline OCR fallback.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confidence (line items must sum to total).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/ UPI SMS import; multi-currency.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+ CI coverage; DB-side filtering.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simulated metrics with real repository data; learn Bayesian tables from data.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Regional-language UI and accessibility audit.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Wealthline</dc:title>
  <dc:subject>PptxGenJS Presentation</dc:subject>
  <dc:creator>PptxGenJS</dc:creator>
  <cp:lastModifiedBy>PptxGenJS</cp:lastModifiedBy>
  <cp:revision>1</cp:revision>
  <dcterms:created xsi:type="dcterms:W3CDTF">2026-10-26T10:40:51Z</dcterms:created>
  <dcterms:modified xsi:type="dcterms:W3CDTF">2026-10-26T10:40:51Z</dcterms:modified>
</cp:coreProperties>
</file>